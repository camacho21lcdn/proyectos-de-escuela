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790AA-165A-1C8B-D1BD-12983F973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8C390F-DC14-AA40-D05A-5CE7FF79A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753F9A-9808-3EA3-765A-E0BCD896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9D9F96-F37C-95FA-65DD-C8BACAE5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E43B43-C22A-C689-AACC-A4E22F3A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978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C57FA-8ED6-B703-B19A-EDCE0F5D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D9EE4F-DD44-7A1E-7BBB-E32578A34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1A6A9C-1BF7-BFB7-032D-A584D6C64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219BB3-8E00-E88D-2FEA-7DC9D506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126C1C-8D7F-3E25-1B6E-B0DCE26A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5887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9FE4E-4CF6-8BF2-3A79-27CF1BE6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C6F1F3-2E0C-7CDB-27C2-BFB88BF59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7159A4-B99A-CD1F-123C-98A0CA06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08AFF-B7C9-99B8-801F-2FE4469F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E83D95-0C82-C448-22D9-1BABB4EB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727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20612-053B-C355-C8B1-642AD370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F5F05B-01C4-E6E4-EB24-A2EB958F4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4277F1-4AA3-C982-11D2-79F439796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AF440A-87BE-BC87-086A-ACB30035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9E9B0B-93CA-C4E7-F40A-A15A9457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778A58-4FF9-1B94-FF25-D014E1F70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53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1B83C-70F4-DB53-7441-8D9F3ED56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2D01EF-4BF9-B644-69E4-205CFF431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4373B1-7644-5109-EF27-763FFD065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5D8D7-F1C2-BC24-D315-76DF775BA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2FEFD5-EDD0-9B4A-00B7-F54176F2F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4703CA8-281C-F8B4-14B7-8AEF368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710C1F-D717-9C67-30BE-AC67D932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33ABA10-A3D5-F1EF-17B0-0D849061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104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E765E-AEDE-8486-04C4-C4E32D63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C0A56F-C574-578B-4F3A-49F60F9D1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2D9947-5432-47A6-726C-F9673D08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060D20-90BB-182A-6466-477A67BF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538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FA73DD-7100-9AB3-2F5C-04F92B4A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FB099E-D65B-730B-21C8-2914A73F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A1D795-6552-8293-7A49-4790DC15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0889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836E7-B73D-7FBA-5A2C-D2B80105B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07A746-5BF6-E0FD-2202-8E35B9532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5B7C685-D175-FA78-9410-C3962E91E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B6F197-C4E9-0471-9125-006AF9B61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60C977-1BF2-6773-585B-4EAB0061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D3C9F4-0535-4DC9-9EC1-D95F724F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244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6735E-FE27-E809-BD50-EF6CEDFE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5DBB73-E4B2-0EE9-B917-CAB71A94F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7AA831-023F-DA66-B7D2-4AF2742B7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4AEF1D-406E-A899-2788-50EE2DFE3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783DFC-CBE9-1430-165F-889DAB7E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65DED5-6CD8-E16C-4534-FF53085E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776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16B31-E085-13F1-27E4-BE299379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D1FEAF-AC48-A17C-DFD0-17A760E33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79011E-1828-C7E3-D9F0-D4D2AF4E4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CAEF3F-99CB-7F6A-4EA1-A2693A59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1D298F-DECA-41BA-9DBA-17B696B9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77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9D232C-3046-0F02-8FE7-9ED7274D0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F88BBD-90EF-76C6-904E-11E14AF6C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A8E19F-542C-762F-2EA5-CA8EF0C9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330ABA-8140-F708-06FE-8101B2F5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A6F58-DE47-C0EA-83F8-1928F480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9199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EC0936-65FE-C5D8-CD59-B5D7C8B86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C7F58A-B985-0293-4F84-F01550C2E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4F8290-01E8-67CC-AD42-F0EDB06FD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3BB20-7EEA-4760-A300-F2C083253103}" type="datetimeFigureOut">
              <a:rPr lang="es-MX" smtClean="0"/>
              <a:t>03/06/2026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B46F0C-368D-3063-8B63-8895A9313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8B7B97-A32E-5D35-E2FA-76B529A14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0F601-1B97-49DE-A2B2-3DE568CFE14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07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B284FEF-C428-3D84-2FB9-F93A074B2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2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73F3F-23F8-E603-7114-8DA362F74B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79014-3417-557D-F6F0-2B73A5C59E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1B7A7D1-909D-BB25-9BB7-88C216EFF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78C946-F011-22B0-BCAE-B390F297F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64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AA4CDF-8A8F-6EE6-1156-E86533DDF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9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CF8481-8D96-C421-5D05-528ECD1A0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92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539C1B-4606-52DD-2373-DBAC05F74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7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3E4FFD-7F6B-956F-4386-50E02656A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2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987C35-3033-B33E-18BC-B9055435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08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915ADDA-AB8C-C014-FB29-EE5594BCD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92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6F2F63-898C-BA3F-28C3-0CFCCA0BB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0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1AE622-255D-67BB-0BE5-4B4FE4437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3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6271BA3-85B2-6FD8-97EF-CD0701570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24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8F3D4A-92D1-0759-ADA8-A984D8C91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57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05E26B-8BD7-E515-C6F1-0E25D61EB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6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3BD74F4-3A73-C964-68C7-463E9BD0E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512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0</Words>
  <Application>Microsoft Office PowerPoint</Application>
  <PresentationFormat>Panorámica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Martínez Ríos</dc:creator>
  <cp:lastModifiedBy>Sergio Martínez Ríos</cp:lastModifiedBy>
  <cp:revision>4</cp:revision>
  <dcterms:created xsi:type="dcterms:W3CDTF">2026-06-04T03:22:40Z</dcterms:created>
  <dcterms:modified xsi:type="dcterms:W3CDTF">2026-06-04T05:22:08Z</dcterms:modified>
</cp:coreProperties>
</file>